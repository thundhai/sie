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trainees to inspect harnesses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at Height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Fall protection is required above 1.8 metres.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Anchor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rated anchor points may be used.</a:t>
            </a:r>
          </a:p>
          <a:p>
            <a:r>
              <a:t>Report damaged anchor points immediately.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